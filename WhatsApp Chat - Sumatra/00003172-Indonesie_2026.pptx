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REISPLAN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13232" y="3063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INDONESIË</a:t>
            </a:r>
            <a:endParaRPr lang="en-US" sz="9200" dirty="0"/>
          </a:p>
        </p:txBody>
      </p:sp>
      <p:sp>
        <p:nvSpPr>
          <p:cNvPr id="5" name="Text 2"/>
          <p:cNvSpPr/>
          <p:nvPr/>
        </p:nvSpPr>
        <p:spPr>
          <a:xfrm>
            <a:off x="777240" y="4343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57B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SUMATRA</a:t>
            </a:r>
            <a:pPr indent="0" marL="0">
              <a:buNone/>
            </a:pPr>
            <a:r>
              <a:rPr lang="en-US" sz="3000" b="1" spc="300" kern="0" dirty="0">
                <a:solidFill>
                  <a:srgbClr val="F5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indent="0" marL="0">
              <a:buNone/>
            </a:pPr>
            <a:r>
              <a:rPr lang="en-US" sz="3000" b="1" spc="300" kern="0" dirty="0">
                <a:solidFill>
                  <a:srgbClr val="F5C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augustus – 12 september 2026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557784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0B1F18">
              <a:alpha val="82000"/>
            </a:srgbClr>
          </a:solidFill>
          <a:ln w="12700">
            <a:solidFill>
              <a:srgbClr val="57B07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57332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55778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man · 1 missie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140E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48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MISSIE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weken, twee werelden: de wilde jungle van Sumatra en de vulkanen &amp; tempels van Java.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D87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DAGEN OP PAD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57B0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657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LANDDELEN: SUMATRA + JAVA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85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649224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VULKANEN &amp; TEMPELS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0" y="2331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A0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5d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3268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JUNGLE-TREK, 4 NACHTEN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0515600" cy="1554480"/>
          </a:xfrm>
          <a:prstGeom prst="roundRect">
            <a:avLst>
              <a:gd name="adj" fmla="val 8235"/>
            </a:avLst>
          </a:prstGeom>
          <a:solidFill>
            <a:srgbClr val="0B1F18">
              <a:alpha val="86000"/>
            </a:srgbClr>
          </a:solidFill>
          <a:ln w="19050">
            <a:solidFill>
              <a:srgbClr val="1C5A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86460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37360" y="4828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CREW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737360" y="52120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57B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man</a:t>
            </a:r>
            <a:pPr indent="0" marL="0">
              <a:buNone/>
            </a:pPr>
            <a:r>
              <a:rPr lang="en-US" sz="155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trekken eerst de Sumatraanse jungle in. </a:t>
            </a:r>
            <a:pPr indent="0" marL="0">
              <a:buNone/>
            </a:pPr>
            <a:r>
              <a:rPr lang="en-US" sz="1550" b="1" dirty="0">
                <a:solidFill>
                  <a:srgbClr val="F5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&amp; Mathias</a:t>
            </a:r>
            <a:pPr indent="0" marL="0">
              <a:buNone/>
            </a:pPr>
            <a:r>
              <a:rPr lang="en-US" sz="155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sluiten aan in Jakarta op 08/09 — vanaf dan met z'n zessen verder over Java.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ROUTE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2258568" y="1298448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-777240" y="1965960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Ketambe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35040" y="3749040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24344" y="4983480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Yogyakarta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290304" y="4663440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86416" y="3968496"/>
            <a:ext cx="2011680" cy="310896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Bromo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6263640"/>
            <a:ext cx="457200" cy="0"/>
          </a:xfrm>
          <a:prstGeom prst="line">
            <a:avLst/>
          </a:prstGeom>
          <a:noFill/>
          <a:ln w="50800">
            <a:solidFill>
              <a:srgbClr val="7FD0DA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37160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(Jakarta ⇄ Medan)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0" y="6263640"/>
            <a:ext cx="457200" cy="0"/>
          </a:xfrm>
          <a:prstGeom prst="line">
            <a:avLst/>
          </a:prstGeom>
          <a:noFill/>
          <a:ln w="50800">
            <a:solidFill>
              <a:srgbClr val="F5C04A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12064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 (Java)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0" y="6263640"/>
            <a:ext cx="457200" cy="0"/>
          </a:xfrm>
          <a:prstGeom prst="line">
            <a:avLst/>
          </a:prstGeom>
          <a:noFill/>
          <a:ln w="50800">
            <a:solidFill>
              <a:srgbClr val="F5853A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04672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/ jeep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JUNGLE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777240" y="4069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Gunung Leuser · Sumatra — orang-oetans, oerwoud en vier nachten onder het bladerdak.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7B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augustus – 8 september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AANKOMST &amp; KOERS NAAR KETAMBE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aug – 1 sep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52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529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30/08 · JAKARTA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Aankomst &amp; landen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Aankomst om 09:55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Dagje acclimatiseren / jetlag eruit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Eerste avond in de stad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15968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01168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52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762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529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 31/08 · JAKARTA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36008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Stad verkennen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36008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verkennen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Klaarmaken voor het noorden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Vroeg slapen — morgen vroege vlucht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92440" y="169164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01168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52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17627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85292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01/09 · → KETAMBE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41248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Vlucht + lange rit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412480" y="37947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Vroege vlucht Jakarta → Medan (2u20, ~€220 pp)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Medan slaan we over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Taxi/minibus → Ketambe (~€20 pp, 7–8u rijden)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140E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TREK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95528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Gunung Leuser National Park · 2 – 6 september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57B0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4206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nachten kamperen in het oerwoud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640080" cy="640080"/>
          </a:xfrm>
          <a:prstGeom prst="ellipse">
            <a:avLst/>
          </a:prstGeom>
          <a:solidFill>
            <a:srgbClr val="0B1F18">
              <a:alpha val="90000"/>
            </a:srgbClr>
          </a:solidFill>
          <a:ln w="19050">
            <a:solidFill>
              <a:srgbClr val="57B07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2951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2130552"/>
            <a:ext cx="7498080" cy="676656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Wilde orang-oetans spotten in hun eigen habitat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383280" y="3017520"/>
            <a:ext cx="640080" cy="640080"/>
          </a:xfrm>
          <a:prstGeom prst="ellipse">
            <a:avLst/>
          </a:prstGeom>
          <a:solidFill>
            <a:srgbClr val="0B1F18">
              <a:alpha val="90000"/>
            </a:srgbClr>
          </a:solidFill>
          <a:ln w="19050">
            <a:solidFill>
              <a:srgbClr val="57B07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316382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2999232"/>
            <a:ext cx="7498080" cy="676656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Diep door ongerept regenwoud — Ketambe boven Bukit Lawang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3383280" y="3886200"/>
            <a:ext cx="640080" cy="640080"/>
          </a:xfrm>
          <a:prstGeom prst="ellipse">
            <a:avLst/>
          </a:prstGeom>
          <a:solidFill>
            <a:srgbClr val="0B1F18">
              <a:alpha val="90000"/>
            </a:srgbClr>
          </a:solidFill>
          <a:ln w="19050">
            <a:solidFill>
              <a:srgbClr val="57B07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403250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06240" y="3867912"/>
            <a:ext cx="7498080" cy="676656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Rivieren, watervallen en kamperen onder de sterren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3383280" y="4754880"/>
            <a:ext cx="640080" cy="640080"/>
          </a:xfrm>
          <a:prstGeom prst="ellipse">
            <a:avLst/>
          </a:prstGeom>
          <a:solidFill>
            <a:srgbClr val="0B1F18">
              <a:alpha val="90000"/>
            </a:srgbClr>
          </a:solidFill>
          <a:ln w="19050">
            <a:solidFill>
              <a:srgbClr val="57B07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490118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06240" y="4736592"/>
            <a:ext cx="7498080" cy="676656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€160 pp — alles inclusief (gids, eten, kamp)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338328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avontuurlijke hart van de hele reis. Hier wordt het echt.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TERUG NAAR JAKARTA &amp; DE CREW COMPLEET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8 sep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52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52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07/09 · KETAMBE → JAKARTA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Lange transferdag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Taxi/minibus Ketambe → Medan (~€20 pp, 7–8u)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Medan → Jakarta (2u20) — Medan skippen we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8920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FDEFE6"/>
          </a:solidFill>
          <a:ln w="12700">
            <a:solidFill>
              <a:srgbClr val="E0521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50840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4892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op: </a:t>
            </a:r>
            <a:pPr indent="0" marL="0">
              <a:buNone/>
            </a:pPr>
            <a:r>
              <a:rPr lang="en-US" sz="120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7–8u rijden + vlucht kan niet allebei vroeg — neem een namiddagvlucht uit Medan.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2011680"/>
            <a:ext cx="713232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52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17627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8529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08/09 · JAKARTA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0" y="31638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Compleet &amp; opladen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583680" y="37947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&amp; Mathias landen om 08:25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chillen, samen herenigen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Avonds een stapje zetten 🍻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Klaar voor leg 2: Java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606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TEMPELS &amp;</a:t>
            </a:r>
            <a:endParaRPr lang="en-US" sz="74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5C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VULKANEN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777240" y="4800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Yogyakarta → Malang → Bromo · met de trein door Java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– 12 september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YOGYAKARTA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6692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Cultureel hart van Java · 9 – 10 sep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4360" y="1691640"/>
            <a:ext cx="731520" cy="731520"/>
          </a:xfrm>
          <a:prstGeom prst="ellipse">
            <a:avLst/>
          </a:prstGeom>
          <a:solidFill>
            <a:srgbClr val="F1F6F2"/>
          </a:solidFill>
          <a:ln w="19050">
            <a:solidFill>
              <a:srgbClr val="E0521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653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67335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09/09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508760" y="19385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Trein naar Yogyakarta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508760" y="23134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Jakarta → Yogya (6u25, ~€20). 's Middags Prambanan-tempel, 's avonds Malioboro.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3154680"/>
            <a:ext cx="731520" cy="731520"/>
          </a:xfrm>
          <a:prstGeom prst="ellipse">
            <a:avLst/>
          </a:prstGeom>
          <a:solidFill>
            <a:srgbClr val="F1F6F2"/>
          </a:solidFill>
          <a:ln w="19050">
            <a:solidFill>
              <a:srgbClr val="E0521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2841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1363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10/09 — overdag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508760" y="3401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Borobudur bij dageraad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08760" y="377647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Vroeg de grootste boeddhistische tempel ter wereld in. Namiddag chillen &amp; bijtanken.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360" y="4617720"/>
            <a:ext cx="731520" cy="731520"/>
          </a:xfrm>
          <a:prstGeom prst="ellipse">
            <a:avLst/>
          </a:prstGeom>
          <a:solidFill>
            <a:srgbClr val="F1F6F2"/>
          </a:solidFill>
          <a:ln w="19050">
            <a:solidFill>
              <a:srgbClr val="E0521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79145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599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10/09 — 's nachts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508760" y="48646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Nachttrein naar Malang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08760" y="52395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Slapen op de trein (Malabar). Bespaart een hotelnacht én een reisdag.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0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TUMPAK SEWU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66928" y="10789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Donderdag 11/09 · waterval + rit naar Bromo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06:34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837944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7744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Aankomst nachttrein in Malang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8640" y="23957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07:00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450592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77440" y="23957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Ontbijtje, bagage droppen bij de chauffeur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8640" y="300837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07:30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06324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77440" y="300837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Vertrek zuidwaarts (~2,5u rijden)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8640" y="36210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10:00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367588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377440" y="362102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Tumpak Sewu — viewpoint + stevige afdaling naar de voet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48640" y="42336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14:00</a:t>
            </a:r>
            <a:endParaRPr lang="en-US" sz="17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288536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377440" y="42336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in de Lumajang-streek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548640" y="48463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15:00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520" y="4901184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377440" y="4846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Doorrijden naar Cemoro Lawang (~4u)</a:t>
            </a:r>
            <a:endParaRPr lang="en-US" sz="1450" dirty="0"/>
          </a:p>
        </p:txBody>
      </p:sp>
      <p:sp>
        <p:nvSpPr>
          <p:cNvPr id="23" name="Text 14"/>
          <p:cNvSpPr/>
          <p:nvPr/>
        </p:nvSpPr>
        <p:spPr>
          <a:xfrm>
            <a:off x="548640" y="54589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5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19:00</a:t>
            </a:r>
            <a:endParaRPr lang="en-US" sz="17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4520" y="5513832"/>
            <a:ext cx="329184" cy="32918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2377440" y="54589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homestay · vroeg slapen — morgen 3u op</a:t>
            </a:r>
            <a:endParaRPr lang="en-US" sz="1450" dirty="0"/>
          </a:p>
        </p:txBody>
      </p:sp>
      <p:sp>
        <p:nvSpPr>
          <p:cNvPr id="26" name="Shape 16"/>
          <p:cNvSpPr/>
          <p:nvPr/>
        </p:nvSpPr>
        <p:spPr>
          <a:xfrm>
            <a:off x="2377440" y="6080760"/>
            <a:ext cx="6035040" cy="566928"/>
          </a:xfrm>
          <a:prstGeom prst="roundRect">
            <a:avLst>
              <a:gd name="adj" fmla="val 16129"/>
            </a:avLst>
          </a:prstGeom>
          <a:solidFill>
            <a:srgbClr val="E6F3F0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2560320" y="60807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04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Waterschoenen mee — het pad is nat, steil &amp; glad. Ga vroeg, anders file op de trappen.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805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MOUNT BROMO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95528" y="13258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Vrijdag 12/09 · de finale — zonsopgang boven de caldera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585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03:00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713232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WAKKER WORDEN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0" y="2331720"/>
            <a:ext cx="603504" cy="603504"/>
          </a:xfrm>
          <a:prstGeom prst="ellipse">
            <a:avLst/>
          </a:prstGeom>
          <a:solidFill>
            <a:srgbClr val="0B0805">
              <a:alpha val="88000"/>
            </a:srgbClr>
          </a:solidFill>
          <a:ln w="19050">
            <a:solidFill>
              <a:srgbClr val="F5853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6888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313432"/>
            <a:ext cx="4572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Jeep over de zee van zand naar het viewpoint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0" y="3154680"/>
            <a:ext cx="603504" cy="603504"/>
          </a:xfrm>
          <a:prstGeom prst="ellipse">
            <a:avLst/>
          </a:prstGeom>
          <a:solidFill>
            <a:srgbClr val="0B0805">
              <a:alpha val="88000"/>
            </a:srgbClr>
          </a:solidFill>
          <a:ln w="19050">
            <a:solidFill>
              <a:srgbClr val="F585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29184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3136392"/>
            <a:ext cx="4572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Zonsopgang ± 05:30 over Bromo &amp; Semeru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0" y="3977640"/>
            <a:ext cx="603504" cy="603504"/>
          </a:xfrm>
          <a:prstGeom prst="ellipse">
            <a:avLst/>
          </a:prstGeom>
          <a:solidFill>
            <a:srgbClr val="0B0805">
              <a:alpha val="88000"/>
            </a:srgbClr>
          </a:solidFill>
          <a:ln w="19050">
            <a:solidFill>
              <a:srgbClr val="F5853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1480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3959352"/>
            <a:ext cx="4572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voet naar de rokende kraterrand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400800" y="4800600"/>
            <a:ext cx="603504" cy="603504"/>
          </a:xfrm>
          <a:prstGeom prst="ellipse">
            <a:avLst/>
          </a:prstGeom>
          <a:solidFill>
            <a:srgbClr val="0B0805">
              <a:alpha val="88000"/>
            </a:srgbClr>
          </a:solidFill>
          <a:ln w="19050">
            <a:solidFill>
              <a:srgbClr val="F5853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937760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78040" y="4782312"/>
            <a:ext cx="45720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 de middag terug in Malang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00800" y="5669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de jungle is dit maar een wandelingetje — maar wél de mooiste van je leven.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 KOST HET?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Indicatief per persoon · transport &amp; activiteiten (excl. internationale vlucht, hotels &amp; eten)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KOST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NOTA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Vluchten Jakarta ⇄ Medan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€220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kan goedkoper bij vroeg boeken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Transport Medan ⇄ Ketambe (2×)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€40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taxi / minibus, 7–8u per rit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Jungle-trek 5d / 4n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€160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all-in: gids, eten, kamp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Trein Jakarta → Yogyakarta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€20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6u25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Nachttrein Yogyakarta → Malang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€15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bespaart een hotelnacht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Bromo + Tumpak Sewu (2-daagse tour)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€50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jeep, chauffeur, homestay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12A20"/>
                          </a:solidFill>
                        </a:rPr>
                        <a:t>Tempels (Borobudur + Prambanan)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521F"/>
                          </a:solidFill>
                        </a:rPr>
                        <a:t>± €40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5E6F66"/>
                          </a:solidFill>
                        </a:rPr>
                        <a:t>entreegelden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98280" y="1645920"/>
            <a:ext cx="2514600" cy="2286000"/>
          </a:xfrm>
          <a:prstGeom prst="roundRect">
            <a:avLst>
              <a:gd name="adj" fmla="val 5600"/>
            </a:avLst>
          </a:prstGeom>
          <a:solidFill>
            <a:srgbClr val="112A20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9659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8280" y="2514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7B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INDICATIEF TOTAAL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098280" y="2834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D87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± €545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9098280" y="3584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p.p.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 daarbovenop op accommodatie, eten en wat buffer voor extra's. Boek de binnenlandse vluchten op tijd — daar valt het meest te besparen.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140E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ZIN OM TE GAAN?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8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Jungle, tempels, vulkanen. 6 man. 14 dagen.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57B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 IN AUGUSTUS — SUMATRA × JAVA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Indonesië 2026</dc:title>
  <dc:subject>PptxGenJS Presentation</dc:subject>
  <dc:creator>Willem</dc:creator>
  <cp:lastModifiedBy>Willem</cp:lastModifiedBy>
  <cp:revision>1</cp:revision>
  <dcterms:created xsi:type="dcterms:W3CDTF">2026-06-30T19:35:32Z</dcterms:created>
  <dcterms:modified xsi:type="dcterms:W3CDTF">2026-06-30T19:35:32Z</dcterms:modified>
</cp:coreProperties>
</file>